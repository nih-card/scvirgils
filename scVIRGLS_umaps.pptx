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91" d="100"/>
          <a:sy n="91" d="100"/>
        </p:scale>
        <p:origin x="71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AF3E-0FB5-DE4D-0851-DDE9DA1D4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9A037-3AD6-7CC7-F35D-C27CFE1B9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51161-5034-E013-3CD5-028CE63A3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4E199-162A-7204-4B87-2D135BE4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BC932-C981-11CB-63FD-B75FE9FB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1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1674-ED89-2D90-8C02-A7C20980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8192E-6394-7CDD-7B5B-02634DA03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EF38D-7571-A08B-7717-D28537B9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8C86F-0D54-8E80-3FD0-82F967143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DB8FE-8E91-3E6B-902B-E1A204D68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3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648B-9960-8CE3-A87F-AF1363282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162A6-B7B3-EFCE-1692-090ED06B7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DA84D-D5E3-7D25-BCE1-C43CD5D87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46E3B-7A02-CF23-308C-FCB22A48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9DF7D-A593-9ED6-9707-C6499DC0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6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8494-E9B8-6959-3EFF-8F873BB5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3F23F-3DEF-A21A-F909-CEBD65B07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A0452-729A-BB5C-2758-08B925F6D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275C5-367C-C10D-9F9D-639317FBB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5B890-E634-A148-11D5-F26F46687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D5FCA-E0DD-6D37-5808-68F5D20A2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44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2A45-9FDB-11B0-B8A7-3EC91158F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32773-00BC-7824-29EF-48D80FECD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49BAB-7E00-837D-CA99-3220EAF74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664839-D877-9966-E563-DE75C1376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04FF28-8E03-E9D0-DFCE-EB69ADDBD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7D59AD-2CB2-42E7-5FE3-8A3CD21B1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CE89C3-BB27-98AD-3255-80691FDB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44490D-842A-5E7C-39B8-F99FD1E6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75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362D-87C1-0E22-E85C-40AC35B4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C700E-AD74-795F-D9E6-FC27C207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2FE46-22C3-B15A-4B80-2A63689D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6460E-FF21-BFEA-7CC0-8F6A3F6E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766B75-DAAF-3B08-95E7-34141B328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D7C63-3C75-E415-8F1A-08834F70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5DC38-444A-C727-23E8-A2E23EA4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65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3C99-7B60-56A3-5B07-0CB3DEF8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CDA2D-0A69-4DEC-145C-2BDBAB3CF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959E5-97A6-BA08-28E6-9688A48E2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4AF74-8E6C-46E0-9A30-3A1D8CE02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FCF91-8B85-AC97-C7AF-34BCF359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3537E-A955-1833-CA98-902ABD92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9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0FE9-3345-465A-84B9-1B03555F3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F9E28-C747-EC39-BF2C-67BCD5421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04596-5EC2-6C90-8419-4567AC365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759A3-30D8-F71A-916F-784E9A410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49A64-900A-E92F-A000-E7057735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0B5B2-6148-84EE-D25F-1D11FE91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8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C777-8304-BF49-AF77-756D072C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A1E26-5557-6103-E164-EE24D7F6D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DA919-115F-27FC-D187-0CC0E933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BEC5E-1BD7-7058-998D-A14F9323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B9967-8C75-CE65-6273-17660D03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71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DF43B-4952-E660-92AE-42800C8E4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F7033-DA0E-4604-6F73-1355A8054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F687B-0D0A-79AB-2EEB-2C6DA54B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116F4-B60A-8052-1C7A-C6C2EBCE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970A3-378B-08E2-5769-D19070E2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3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6332B9-6BBD-B239-2987-37928D8D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7B266-D6C0-E314-D305-AE8E720A1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2505-5866-B00D-1BDC-613F39D6B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898DB-CAD9-B046-9AFB-560A290B085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A715-BC2A-EE56-A0A9-33476316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2C002-31D0-7603-8BE5-D44747325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D5547-37A3-4441-BF03-420753F02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6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FD73-9D28-63EA-5F5F-E9DD70B235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scVIRGILS</a:t>
            </a:r>
            <a:r>
              <a:rPr lang="en-US" dirty="0"/>
              <a:t> – to annotation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890478-1043-5110-1C27-6ED1488309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Marsan 2023 - FC</a:t>
            </a:r>
          </a:p>
        </p:txBody>
      </p:sp>
    </p:spTree>
    <p:extLst>
      <p:ext uri="{BB962C8B-B14F-4D97-AF65-F5344CB8AC3E}">
        <p14:creationId xmlns:p14="http://schemas.microsoft.com/office/powerpoint/2010/main" val="321464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C03969-1D02-6049-0371-338ADCC52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34380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C30879-65B8-C086-F67D-E6CFF66E4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438036"/>
            <a:ext cx="4972050" cy="33885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84171F-B5A4-32FE-F86C-3AD677C67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650" y="3438034"/>
            <a:ext cx="6000750" cy="340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6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44F933-B302-A914-A1D1-D495C0A78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185"/>
            <a:ext cx="12189730" cy="605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8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EFFA85-CC4E-FADE-5FDC-5500C4C6A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0354"/>
            <a:ext cx="12229899" cy="405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34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</Words>
  <Application>Microsoft Macintosh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scVIRGILS – to annotation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Trujillo, Amber (NIH/NIA/IRP) [C]</dc:creator>
  <cp:lastModifiedBy>Trujillo, Amber (NIH/NIA/IRP) [C]</cp:lastModifiedBy>
  <cp:revision>1</cp:revision>
  <dcterms:created xsi:type="dcterms:W3CDTF">2025-09-17T16:52:40Z</dcterms:created>
  <dcterms:modified xsi:type="dcterms:W3CDTF">2025-09-17T17:00:10Z</dcterms:modified>
</cp:coreProperties>
</file>